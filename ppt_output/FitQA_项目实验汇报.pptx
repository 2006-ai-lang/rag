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1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FitQA 项目实验汇报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E9F7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基于 RAG 架构的中文健身知识问答系统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9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548640" cy="54864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4447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系统定位、架构与核心功能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350008"/>
            <a:ext cx="548640" cy="54864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2670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设计系统、布局组件与技术亮点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236976"/>
            <a:ext cx="548640" cy="54864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2369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3218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35570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表结构、用户隔离与安全加密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123944"/>
            <a:ext cx="548640" cy="54864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4123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1056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4443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项目成果与未来方向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核心特性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RAG 架构的中文健身知识问答系统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后端 + 纯静态 HTML/CSS/JS 前端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 条静态知识 + 动态文档导入（PDF/DOCX/TXT）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+ FAISS 向量混合检索 + RRF 融合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用户认证 + 完整数据隔离机制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大功能模块：问答 / 对比 / 知识库 / 训练 / 历史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场景化提示词 + SSE 流式响应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多级降级：向量失败 → BM25，LLM 失败 → Mock</a:t>
            </a:r>
            <a:endParaRPr lang="en-US" sz="1250" dirty="0"/>
          </a:p>
        </p:txBody>
      </p:sp>
      <p:pic>
        <p:nvPicPr>
          <p:cNvPr id="6" name="Image 0" descr="images/image-overview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128016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280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88920" y="12801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/ CSS / Vanilla JS  ·  5 大功能模块  ·  响应式布局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2057400"/>
            <a:ext cx="0" cy="548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43000" y="265176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30B15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651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2651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 ·  RAG 混合检索  ·  LLM 生成  ·  用户认证  ·  速率限制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429000"/>
            <a:ext cx="0" cy="548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143000" y="402336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1A4A2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4023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88920" y="4023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SQLite (14 张表)  ·  BM25 索引  ·  FAISS 向量索引  ·  静态知识库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RAG 检索流程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65960" y="20345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4028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30B15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4028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混合检索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+ 向量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20345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A4A2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RRF 融合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k=60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20345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3212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2C7A4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CrossEncoder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重排序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03454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78040" y="164592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45A30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6459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场景化提示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788920"/>
            <a:ext cx="1371600" cy="502920"/>
          </a:xfrm>
          <a:prstGeom prst="roundRect">
            <a:avLst>
              <a:gd name="adj" fmla="val 18182"/>
            </a:avLst>
          </a:prstGeom>
          <a:solidFill>
            <a:srgbClr val="FF9F0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2788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回答输出 + 引用来源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2423160"/>
            <a:ext cx="0" cy="3200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33375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关键参数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BM25: jieba 分词, 最低分数 0.01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向量: text2vec-base-chinese, FAISS IndexFlatIP, 最低相似度 0.30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RRF: k=60, 候选集 = top_k × 4, 两路各召回 20 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LLM: 温度 0.3, 最大 2048 tokens, 历史窗口 6 轮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设计：设计系统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CSS 变量驱动的设计系统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配色: 主色 #30B15A (绿), 强调色 #FF9F0A (橙)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背景: #F5F5F7, 卡片: #FFFFFF, 深色: #1D1D1F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字体: -apple-system → PingFang SC → 微软雅黑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圆角: 8 / 12 / 18 / 24px 四级体系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阴影: shadow-sm / shadow / shadow-md / shadow-lg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玻璃拟态: rgba 半透明 + backdrop-filter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动画: fadeIn / pulse / typingBounce / slideIn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个 CSS 变量统一管理全局样式</a:t>
            </a:r>
            <a:endParaRPr lang="en-US" sz="1250" dirty="0"/>
          </a:p>
        </p:txBody>
      </p:sp>
      <p:pic>
        <p:nvPicPr>
          <p:cNvPr id="6" name="Image 0" descr="images/image-frontend-design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设计：布局与组件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App Shell 布局与核心组件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 Shell: sticky 顶部导航 + 主内容区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五大标签页: 问答 / 检索对比 / 知识库 / 训练计划 / 历史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对话界面: 侧边栏(会话列表) + 消息区 + 输入区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消息气泡: 用户/助手双样式, 圆角设计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来源标签: 可点击, 展示检索分数与片段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风险提醒: 黄色边框警示框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输入区: textarea 自适应 + 圆形发送按钮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Flexbox 主导布局, 无框架依赖</a:t>
            </a:r>
            <a:endParaRPr lang="en-US" sz="1250" dirty="0"/>
          </a:p>
        </p:txBody>
      </p:sp>
      <p:pic>
        <p:nvPicPr>
          <p:cNvPr id="6" name="Image 0" descr="images/image-frontend-layout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设计：技术亮点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10312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SSE 流式响应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fetch + ReadableStream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逐块渲染 + 流式光标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支持手动停止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05156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0" y="1051560"/>
            <a:ext cx="2103120" cy="54864"/>
          </a:xfrm>
          <a:prstGeom prst="rect">
            <a:avLst/>
          </a:prstGeom>
          <a:solidFill>
            <a:srgbClr val="30B15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0B15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场景选择器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55448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种内置场景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关键词自动检测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增肌/减脂/损伤等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0322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03220"/>
            <a:ext cx="2103120" cy="54864"/>
          </a:xfrm>
          <a:prstGeom prst="rect">
            <a:avLst/>
          </a:prstGeom>
          <a:solidFill>
            <a:srgbClr val="1A4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403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4A2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离线降级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40614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后端不可用时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使用本地知识库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模拟对比数据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90322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2903220"/>
            <a:ext cx="2103120" cy="54864"/>
          </a:xfrm>
          <a:prstGeom prst="rect">
            <a:avLst/>
          </a:prstGeom>
          <a:solidFill>
            <a:srgbClr val="2C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0403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7A4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响应式设计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40614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级断点适配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移动端毛玻璃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单列布局切换</a:t>
            </a:r>
            <a:endParaRPr lang="en-US" sz="1100" dirty="0"/>
          </a:p>
        </p:txBody>
      </p:sp>
      <p:pic>
        <p:nvPicPr>
          <p:cNvPr id="19" name="Image 0" descr="images/image-frontend-tech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数据库搭建：表结构设计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804672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用户管理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users, auth_tokens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47672"/>
            <a:ext cx="54864" cy="804672"/>
          </a:xfrm>
          <a:prstGeom prst="rect">
            <a:avLst/>
          </a:prstGeom>
          <a:solidFill>
            <a:srgbClr val="30B15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0B15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内容管理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knowledge_entries, knowledge_versions, category_keywords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43784"/>
            <a:ext cx="54864" cy="804672"/>
          </a:xfrm>
          <a:prstGeom prst="rect">
            <a:avLst/>
          </a:prstGeom>
          <a:solidFill>
            <a:srgbClr val="1A4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352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4A2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用户数据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2783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qa_history, chat_sessions, chat_messages, exercise_records, training_plans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39896"/>
            <a:ext cx="54864" cy="804672"/>
          </a:xfrm>
          <a:prstGeom prst="rect">
            <a:avLst/>
          </a:prstGeom>
          <a:solidFill>
            <a:srgbClr val="2C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313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7A4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系统配置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239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llm_models, user_llm_config, user_retrieval_config, unanswered_questions</a:t>
            </a:r>
            <a:endParaRPr lang="en-US" sz="1100" dirty="0"/>
          </a:p>
        </p:txBody>
      </p:sp>
      <p:pic>
        <p:nvPicPr>
          <p:cNvPr id="19" name="Image 0" descr="images/image-database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数据库搭建：用户数据隔离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所有用户数据通过 user_id 字段绑定, 实现完全隔离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数据类型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隔离方式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匿名用户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Q&amp;A 历史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过滤查询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不保存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训练计划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过滤 + 外键约束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运动记录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过滤 + 外键约束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会话消息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过滤 + 级联删除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不可用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 模型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私有 + 全局共享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管理全局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动态知识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过滤 + 查重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不可导入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检索偏好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user_id 主键 + UPSERT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默认值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认证机制: get_optional_user (匿名可用) / require_user (强制登录, 401 拒绝)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数据库搭建：安全与加密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多层级安全防护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密码哈希: PBKDF2-SHA256, 10 万次迭代 + 随机 salt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Key 加密: Fernet 对称加密, 密钥自动生成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认证: secrets.token_hex(32), 7 天过期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速率限制: IP 限流, 100 req/min 全局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 5/min, 登录 10/min, 问答 30/min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文件上传: 路径穿越防护 + 10MB 限制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CORS 跨域 + 请求 ID 追踪中间件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过期 Token 自动清理 (启动时执行)</a:t>
            </a:r>
            <a:endParaRPr lang="en-US" sz="1250" dirty="0"/>
          </a:p>
        </p:txBody>
      </p:sp>
      <p:pic>
        <p:nvPicPr>
          <p:cNvPr id="6" name="Image 0" descr="images/image-security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1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0A1F12">
              <a:alpha val="70000"/>
            </a:srgbClr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6916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 架构: BM25 + FAISS 混合检索 + RRF 融合 + 重排序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 风格前端: CSS 变量系统 + SSE 流式 + 响应式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张表 + 用户数据隔离 + 多级安全防护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多级降级: 向量失败 → BM25, LLM 失败 → Mock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谢谢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FitQA 项目实验汇报</dc:title>
  <dc:subject>PptxGenJS Presentation</dc:subject>
  <dc:creator>FitQA</dc:creator>
  <cp:lastModifiedBy>FitQA</cp:lastModifiedBy>
  <cp:revision>1</cp:revision>
  <dcterms:created xsi:type="dcterms:W3CDTF">2026-09-07T05:41:00Z</dcterms:created>
  <dcterms:modified xsi:type="dcterms:W3CDTF">2026-09-07T05:41:00Z</dcterms:modified>
</cp:coreProperties>
</file>